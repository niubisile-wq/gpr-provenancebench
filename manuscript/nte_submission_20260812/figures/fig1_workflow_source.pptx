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2FC85B-2A51-4D2A-A86E-5E9880BC0131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07A259-EEAD-47C8-83C0-97685BAC77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334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07A259-EEAD-47C8-83C0-97685BAC775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56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F03E0-131D-91E7-32F8-D729B7D56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C1639B-B5C5-E05E-8F69-39CCA651F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C4010-9C76-8B1C-991B-34D38071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46F6CB-3472-F07C-A41B-C4C4716E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875B4-8622-00BC-7B21-71050EFF1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325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2480EA-2DDE-9EFD-42B9-9BC61D2D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6A8F22-4C2D-D58E-AC0D-9157E2542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FB370E-78DC-340E-71C0-6358597A2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6D1836-8CF3-0AA6-EDA2-629D183B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B21B0-01CA-0E2B-4266-8F28E2CA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92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AA36F-EBE8-D47A-0633-E4B60AE7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3F1320-CB23-B1C7-BEE3-A23727C3C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68CC5-F816-5DB4-5053-EA9EE24A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F9A49-D50D-A8FB-583C-02F506AA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3A643-F6AD-25B4-D0B9-5F4208EE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24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8DA4C-1348-FA02-FB97-566E32143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845B8A-B433-297F-4DC4-FF4ACB3AA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4FB3CE-7968-8825-5E96-B59B683C2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C5249A-6054-E597-E79E-113CA491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473891-5582-FE8B-967B-64545090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71A64D-984B-E624-4260-2AF8F917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88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BC7D6-79AF-7757-57BD-82722CF77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58ED51-9BF0-7FD0-B677-04A47D57E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5DFB0A-16D2-4D3F-1954-867CC1C34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DC180E-467D-B467-6BC4-3CD83FADA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5D7A26-B12F-FDF4-8DC8-532C243FD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DCCF9B-0937-4E5A-359D-9E813BD3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F8CFDC-06CB-C1F7-D979-4E000C2D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86AC6C-237E-40CD-7B36-6046EDAF8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83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9F852-7698-49A6-2406-906B4D3D1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195006D-93F8-33C3-6143-179C58B9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073888A-00C4-8456-8A84-D9E9C982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4BC017-0AB9-EAA8-F1C4-F858E58B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027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D24A97-076D-DA5F-10F8-87E204AE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CFE7C8-A731-F219-A31B-17042BDE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409FEC-AB6C-CFB7-2525-272EBA716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18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AC351F-0AC8-FA29-3E22-A46D9699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07B87-1D4F-9F6E-C7FF-9D74BA908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1F7CAA-BC12-36EC-9C66-59FCFDBBF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074A18-4C9E-D0A3-2FAF-C36489F6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C9FAF3-504F-91B2-EDB2-CBB7FB96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1201B8-B180-0AF5-2DCB-C74C448B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38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F35C0-9886-79DE-8E94-6D5724D77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F69CBD-06AD-C2C3-6F92-1DB5FAC39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64AC4A-5E81-489F-6F4D-501ECA30E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AAD2C8-5D88-B402-ABFE-04997CBE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7D2B59-C05A-0431-FEBD-7DEEDA12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FF3351-3F04-E46A-4D4B-894362260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668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A0C9F-F632-96E0-DC1B-0E17F166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8F071C-F958-446E-69DA-654F07145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7456A2-74B9-91B2-8BAC-66DA9FC6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A3E4FB-E2E0-E725-5986-E3C9C61F7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494BA6-6ED3-9372-AF5D-5BF34E24E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3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8E382E-883A-7DA0-146B-8474E6EB3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111935-F248-83CF-2BBB-A9BE07D80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FC22D-12DA-E5C3-2012-29E9FF45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404B07-4A7B-CB34-0CE3-FB499A9D8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59B76-E6ED-74FC-B4E8-7878A65F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664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4171D92-0F2B-D64A-EBBB-D98F3FFA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BC185B-2DA0-C94F-221D-DCF572E12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069B32-8E78-F158-1B75-65BCFD9A0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03CF99-C41E-489F-A1CE-53EF563EAC40}" type="datetimeFigureOut">
              <a:rPr lang="zh-CN" altLang="en-US" smtClean="0"/>
              <a:t>2026/8/13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D3338-153A-5188-3D2A-988856CCE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3909B1-EAE1-44F9-FD5C-10FD76850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74D76-DEE7-4B39-B3F9-8B0637725B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07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组合 82">
            <a:extLst>
              <a:ext uri="{FF2B5EF4-FFF2-40B4-BE49-F238E27FC236}">
                <a16:creationId xmlns:a16="http://schemas.microsoft.com/office/drawing/2014/main" id="{799EC7DA-0952-6791-9139-ABBF42F6F259}"/>
              </a:ext>
            </a:extLst>
          </p:cNvPr>
          <p:cNvGrpSpPr/>
          <p:nvPr/>
        </p:nvGrpSpPr>
        <p:grpSpPr>
          <a:xfrm>
            <a:off x="215145" y="152404"/>
            <a:ext cx="11761709" cy="6553192"/>
            <a:chOff x="215145" y="93130"/>
            <a:chExt cx="11761709" cy="6553192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FF840BD1-AE2C-7B56-F43B-3F2D8C386FB5}"/>
                </a:ext>
              </a:extLst>
            </p:cNvPr>
            <p:cNvSpPr/>
            <p:nvPr/>
          </p:nvSpPr>
          <p:spPr>
            <a:xfrm>
              <a:off x="9821341" y="93130"/>
              <a:ext cx="2155513" cy="655316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5B7A4A4C-C80B-09C3-EAB1-9B223E01F8C7}"/>
                </a:ext>
              </a:extLst>
            </p:cNvPr>
            <p:cNvSpPr/>
            <p:nvPr/>
          </p:nvSpPr>
          <p:spPr>
            <a:xfrm>
              <a:off x="8011674" y="93131"/>
              <a:ext cx="1822919" cy="655319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A788286-7842-F4CF-DC23-A64D0BC7014B}"/>
                </a:ext>
              </a:extLst>
            </p:cNvPr>
            <p:cNvSpPr/>
            <p:nvPr/>
          </p:nvSpPr>
          <p:spPr>
            <a:xfrm>
              <a:off x="6206009" y="93131"/>
              <a:ext cx="1822919" cy="65531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7586882E-1A6D-CF40-A2E7-C1DD2942FE91}"/>
                </a:ext>
              </a:extLst>
            </p:cNvPr>
            <p:cNvSpPr/>
            <p:nvPr/>
          </p:nvSpPr>
          <p:spPr>
            <a:xfrm>
              <a:off x="3981747" y="93133"/>
              <a:ext cx="2224263" cy="6553169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9934202-5A30-A567-F85A-D00183E53425}"/>
                </a:ext>
              </a:extLst>
            </p:cNvPr>
            <p:cNvSpPr/>
            <p:nvPr/>
          </p:nvSpPr>
          <p:spPr>
            <a:xfrm>
              <a:off x="2155857" y="93130"/>
              <a:ext cx="1823782" cy="65531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F7D58DF-ABC6-30BB-4A7D-C91DA4DA6562}"/>
                </a:ext>
              </a:extLst>
            </p:cNvPr>
            <p:cNvSpPr/>
            <p:nvPr/>
          </p:nvSpPr>
          <p:spPr>
            <a:xfrm>
              <a:off x="215145" y="93130"/>
              <a:ext cx="1928220" cy="6553188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0B82C149-9B86-5C5E-30AF-3414978BE2D6}"/>
                </a:ext>
              </a:extLst>
            </p:cNvPr>
            <p:cNvGrpSpPr/>
            <p:nvPr/>
          </p:nvGrpSpPr>
          <p:grpSpPr>
            <a:xfrm>
              <a:off x="353609" y="337793"/>
              <a:ext cx="11491526" cy="3095135"/>
              <a:chOff x="391187" y="826308"/>
              <a:chExt cx="11491526" cy="3095135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3FB88D2F-4670-5513-1479-2F5713773F1B}"/>
                  </a:ext>
                </a:extLst>
              </p:cNvPr>
              <p:cNvGrpSpPr/>
              <p:nvPr/>
            </p:nvGrpSpPr>
            <p:grpSpPr>
              <a:xfrm>
                <a:off x="779795" y="826308"/>
                <a:ext cx="10640562" cy="1655304"/>
                <a:chOff x="1439930" y="2293828"/>
                <a:chExt cx="7762449" cy="1337983"/>
              </a:xfrm>
            </p:grpSpPr>
            <p:sp>
              <p:nvSpPr>
                <p:cNvPr id="5" name="立方体 4">
                  <a:extLst>
                    <a:ext uri="{FF2B5EF4-FFF2-40B4-BE49-F238E27FC236}">
                      <a16:creationId xmlns:a16="http://schemas.microsoft.com/office/drawing/2014/main" id="{E0DC736D-760D-236F-395B-7D1844AEA12B}"/>
                    </a:ext>
                  </a:extLst>
                </p:cNvPr>
                <p:cNvSpPr/>
                <p:nvPr/>
              </p:nvSpPr>
              <p:spPr>
                <a:xfrm>
                  <a:off x="1439930" y="2296495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7" name="立方体 6">
                  <a:extLst>
                    <a:ext uri="{FF2B5EF4-FFF2-40B4-BE49-F238E27FC236}">
                      <a16:creationId xmlns:a16="http://schemas.microsoft.com/office/drawing/2014/main" id="{B58039DD-CED4-865E-476C-C9209FC3A378}"/>
                    </a:ext>
                  </a:extLst>
                </p:cNvPr>
                <p:cNvSpPr/>
                <p:nvPr/>
              </p:nvSpPr>
              <p:spPr>
                <a:xfrm>
                  <a:off x="2793443" y="2303332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" name="立方体 8">
                  <a:extLst>
                    <a:ext uri="{FF2B5EF4-FFF2-40B4-BE49-F238E27FC236}">
                      <a16:creationId xmlns:a16="http://schemas.microsoft.com/office/drawing/2014/main" id="{F0B8606D-A54F-9D93-D1EB-B68E4F3185FF}"/>
                    </a:ext>
                  </a:extLst>
                </p:cNvPr>
                <p:cNvSpPr/>
                <p:nvPr/>
              </p:nvSpPr>
              <p:spPr>
                <a:xfrm>
                  <a:off x="4308969" y="2296495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1" name="立方体 10">
                  <a:extLst>
                    <a:ext uri="{FF2B5EF4-FFF2-40B4-BE49-F238E27FC236}">
                      <a16:creationId xmlns:a16="http://schemas.microsoft.com/office/drawing/2014/main" id="{AA8B326A-B607-D5B2-09F5-458BEAA3F7BD}"/>
                    </a:ext>
                  </a:extLst>
                </p:cNvPr>
                <p:cNvSpPr/>
                <p:nvPr/>
              </p:nvSpPr>
              <p:spPr>
                <a:xfrm>
                  <a:off x="5757203" y="2302152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" name="立方体 12">
                  <a:extLst>
                    <a:ext uri="{FF2B5EF4-FFF2-40B4-BE49-F238E27FC236}">
                      <a16:creationId xmlns:a16="http://schemas.microsoft.com/office/drawing/2014/main" id="{BEF93DEA-E9F4-0843-C42D-07E2CFED53D8}"/>
                    </a:ext>
                  </a:extLst>
                </p:cNvPr>
                <p:cNvSpPr/>
                <p:nvPr/>
              </p:nvSpPr>
              <p:spPr>
                <a:xfrm>
                  <a:off x="7087050" y="2302152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" name="立方体 14">
                  <a:extLst>
                    <a:ext uri="{FF2B5EF4-FFF2-40B4-BE49-F238E27FC236}">
                      <a16:creationId xmlns:a16="http://schemas.microsoft.com/office/drawing/2014/main" id="{203CB13C-7FD7-2E45-0F6E-F520FCE93BDB}"/>
                    </a:ext>
                  </a:extLst>
                </p:cNvPr>
                <p:cNvSpPr/>
                <p:nvPr/>
              </p:nvSpPr>
              <p:spPr>
                <a:xfrm>
                  <a:off x="8496673" y="2293828"/>
                  <a:ext cx="705706" cy="1328479"/>
                </a:xfrm>
                <a:prstGeom prst="cube">
                  <a:avLst>
                    <a:gd name="adj" fmla="val 53603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266F67D1-2C4C-5114-37E0-BA77C67E8C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0717" y="1658375"/>
                <a:ext cx="1127537" cy="1"/>
              </a:xfrm>
              <a:prstGeom prst="straightConnector1">
                <a:avLst/>
              </a:prstGeom>
              <a:ln w="762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87F0DE3C-5E6C-A8CA-60D4-DF3BEC158E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82955" y="1651380"/>
                <a:ext cx="1307280" cy="22177"/>
              </a:xfrm>
              <a:prstGeom prst="straightConnector1">
                <a:avLst/>
              </a:prstGeom>
              <a:ln w="762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27073E10-2A4D-1C73-9A78-37104F66ED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8182" y="1658377"/>
                <a:ext cx="1289618" cy="8585"/>
              </a:xfrm>
              <a:prstGeom prst="straightConnector1">
                <a:avLst/>
              </a:prstGeom>
              <a:ln w="762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8AA95739-3B16-160B-17B3-38FE2F2004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93183" y="1658376"/>
                <a:ext cx="1127537" cy="1"/>
              </a:xfrm>
              <a:prstGeom prst="straightConnector1">
                <a:avLst/>
              </a:prstGeom>
              <a:ln w="762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D97EB7F2-ABD5-8A0D-4CE7-F2968F1070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16102" y="1648081"/>
                <a:ext cx="1205968" cy="10295"/>
              </a:xfrm>
              <a:prstGeom prst="straightConnector1">
                <a:avLst/>
              </a:prstGeom>
              <a:ln w="76200">
                <a:solidFill>
                  <a:schemeClr val="bg2">
                    <a:lumMod val="50000"/>
                  </a:schemeClr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BA3D83F4-32F3-A0DE-2F5D-1C15AB9DE98C}"/>
                  </a:ext>
                </a:extLst>
              </p:cNvPr>
              <p:cNvSpPr txBox="1"/>
              <p:nvPr/>
            </p:nvSpPr>
            <p:spPr>
              <a:xfrm>
                <a:off x="391187" y="2684570"/>
                <a:ext cx="18310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1.Public GPR assets</a:t>
                </a:r>
                <a:endParaRPr lang="zh-CN" altLang="en-US" sz="2400" b="1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C55C5C3E-CF03-0A4C-3374-5D8295C20EE5}"/>
                  </a:ext>
                </a:extLst>
              </p:cNvPr>
              <p:cNvSpPr txBox="1"/>
              <p:nvPr/>
            </p:nvSpPr>
            <p:spPr>
              <a:xfrm>
                <a:off x="2224358" y="2679332"/>
                <a:ext cx="1831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2.File-level provenance audit</a:t>
                </a:r>
                <a:endParaRPr lang="zh-CN" altLang="en-US" sz="2400" b="1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46CB66C3-A83B-0FA7-3D2B-DFC9EB46AFB1}"/>
                  </a:ext>
                </a:extLst>
              </p:cNvPr>
              <p:cNvSpPr txBox="1"/>
              <p:nvPr/>
            </p:nvSpPr>
            <p:spPr>
              <a:xfrm>
                <a:off x="4309766" y="2721114"/>
                <a:ext cx="183106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3.Evidence-gated asset assignment</a:t>
                </a:r>
                <a:endParaRPr lang="zh-CN" altLang="en-US" sz="2400" b="1" dirty="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E163983-9CA6-DEE6-1D4C-77DCAA14A936}"/>
                  </a:ext>
                </a:extLst>
              </p:cNvPr>
              <p:cNvSpPr txBox="1"/>
              <p:nvPr/>
            </p:nvSpPr>
            <p:spPr>
              <a:xfrm>
                <a:off x="6274093" y="2714519"/>
                <a:ext cx="18310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4.Protocol family</a:t>
                </a:r>
                <a:endParaRPr lang="zh-CN" altLang="en-US" sz="2400" b="1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9BD983A-DAFF-CC60-5824-FECF4AB82BAA}"/>
                  </a:ext>
                </a:extLst>
              </p:cNvPr>
              <p:cNvSpPr txBox="1"/>
              <p:nvPr/>
            </p:nvSpPr>
            <p:spPr>
              <a:xfrm>
                <a:off x="8088870" y="2714517"/>
                <a:ext cx="18310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5.Model comparison</a:t>
                </a:r>
                <a:endParaRPr lang="zh-CN" altLang="en-US" sz="2400" b="1" dirty="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C6749E66-F863-E36B-1F81-9327DF88ECB5}"/>
                  </a:ext>
                </a:extLst>
              </p:cNvPr>
              <p:cNvSpPr txBox="1"/>
              <p:nvPr/>
            </p:nvSpPr>
            <p:spPr>
              <a:xfrm>
                <a:off x="10051651" y="2714517"/>
                <a:ext cx="18310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 dirty="0"/>
                  <a:t>6.Claim boundary</a:t>
                </a:r>
                <a:endParaRPr lang="zh-CN" altLang="en-US" sz="2400" b="1" dirty="0"/>
              </a:p>
            </p:txBody>
          </p:sp>
        </p:grpSp>
        <p:sp>
          <p:nvSpPr>
            <p:cNvPr id="39" name="左大括号 38">
              <a:extLst>
                <a:ext uri="{FF2B5EF4-FFF2-40B4-BE49-F238E27FC236}">
                  <a16:creationId xmlns:a16="http://schemas.microsoft.com/office/drawing/2014/main" id="{57588544-0937-70BF-9E24-167AA3854D0F}"/>
                </a:ext>
              </a:extLst>
            </p:cNvPr>
            <p:cNvSpPr/>
            <p:nvPr/>
          </p:nvSpPr>
          <p:spPr>
            <a:xfrm rot="5400000">
              <a:off x="1025408" y="2809936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左大括号 53">
              <a:extLst>
                <a:ext uri="{FF2B5EF4-FFF2-40B4-BE49-F238E27FC236}">
                  <a16:creationId xmlns:a16="http://schemas.microsoft.com/office/drawing/2014/main" id="{AAA81FE7-C2F0-7392-5C37-928DCD3E40C6}"/>
                </a:ext>
              </a:extLst>
            </p:cNvPr>
            <p:cNvSpPr/>
            <p:nvPr/>
          </p:nvSpPr>
          <p:spPr>
            <a:xfrm rot="5400000">
              <a:off x="2877624" y="3166233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左大括号 55">
              <a:extLst>
                <a:ext uri="{FF2B5EF4-FFF2-40B4-BE49-F238E27FC236}">
                  <a16:creationId xmlns:a16="http://schemas.microsoft.com/office/drawing/2014/main" id="{972FCB91-6BAE-3EEA-E538-FF34C1C9AC47}"/>
                </a:ext>
              </a:extLst>
            </p:cNvPr>
            <p:cNvSpPr/>
            <p:nvPr/>
          </p:nvSpPr>
          <p:spPr>
            <a:xfrm rot="5400000">
              <a:off x="4867823" y="3202775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左大括号 59">
              <a:extLst>
                <a:ext uri="{FF2B5EF4-FFF2-40B4-BE49-F238E27FC236}">
                  <a16:creationId xmlns:a16="http://schemas.microsoft.com/office/drawing/2014/main" id="{220F94EE-A5BE-7D1D-A50D-4A7677AE9238}"/>
                </a:ext>
              </a:extLst>
            </p:cNvPr>
            <p:cNvSpPr/>
            <p:nvPr/>
          </p:nvSpPr>
          <p:spPr>
            <a:xfrm rot="5400000">
              <a:off x="6919841" y="3166237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左大括号 61">
              <a:extLst>
                <a:ext uri="{FF2B5EF4-FFF2-40B4-BE49-F238E27FC236}">
                  <a16:creationId xmlns:a16="http://schemas.microsoft.com/office/drawing/2014/main" id="{57966717-3C68-040E-46DE-B106236B1E13}"/>
                </a:ext>
              </a:extLst>
            </p:cNvPr>
            <p:cNvSpPr/>
            <p:nvPr/>
          </p:nvSpPr>
          <p:spPr>
            <a:xfrm rot="5400000">
              <a:off x="8725507" y="3195116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左大括号 63">
              <a:extLst>
                <a:ext uri="{FF2B5EF4-FFF2-40B4-BE49-F238E27FC236}">
                  <a16:creationId xmlns:a16="http://schemas.microsoft.com/office/drawing/2014/main" id="{642B73E2-E134-F42A-97B3-5464FBA65958}"/>
                </a:ext>
              </a:extLst>
            </p:cNvPr>
            <p:cNvSpPr/>
            <p:nvPr/>
          </p:nvSpPr>
          <p:spPr>
            <a:xfrm rot="5400000">
              <a:off x="10651184" y="3195117"/>
              <a:ext cx="474498" cy="1007881"/>
            </a:xfrm>
            <a:prstGeom prst="leftBrace">
              <a:avLst/>
            </a:prstGeom>
            <a:ln w="571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2D00197B-373E-8148-3BAA-958B7BC3E0E4}"/>
                </a:ext>
              </a:extLst>
            </p:cNvPr>
            <p:cNvSpPr txBox="1"/>
            <p:nvPr/>
          </p:nvSpPr>
          <p:spPr>
            <a:xfrm>
              <a:off x="425535" y="3698816"/>
              <a:ext cx="1563225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 err="1"/>
                <a:t>Mojahid</a:t>
              </a:r>
              <a:endParaRPr lang="en-US" altLang="zh-CN" b="1" dirty="0"/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Res-SAM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TIGPR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</a:t>
              </a:r>
              <a:r>
                <a:rPr lang="en-US" altLang="zh-CN" b="1" dirty="0" err="1"/>
                <a:t>Zenodo</a:t>
              </a:r>
              <a:endParaRPr lang="en-US" altLang="zh-CN" b="1" dirty="0"/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4TU</a:t>
              </a:r>
              <a:endParaRPr lang="zh-CN" altLang="en-US" b="1" dirty="0"/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A79DDE3-BA8C-218F-D9AE-FF30E13F9B20}"/>
                </a:ext>
              </a:extLst>
            </p:cNvPr>
            <p:cNvSpPr txBox="1"/>
            <p:nvPr/>
          </p:nvSpPr>
          <p:spPr>
            <a:xfrm>
              <a:off x="2299083" y="3984208"/>
              <a:ext cx="158805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Hashes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source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groups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lineage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environment</a:t>
              </a:r>
              <a:endParaRPr lang="zh-CN" altLang="en-US" b="1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99161944-8703-DA31-4968-D15527D8D421}"/>
                </a:ext>
              </a:extLst>
            </p:cNvPr>
            <p:cNvSpPr txBox="1"/>
            <p:nvPr/>
          </p:nvSpPr>
          <p:spPr>
            <a:xfrm>
              <a:off x="4009108" y="4124105"/>
              <a:ext cx="2136456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main evidence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stress test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boundary check</a:t>
              </a:r>
              <a:endParaRPr lang="zh-CN" altLang="en-US" b="1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73BA4F2-17F6-03FB-A432-4F4CB6A4C266}"/>
                </a:ext>
              </a:extLst>
            </p:cNvPr>
            <p:cNvSpPr txBox="1"/>
            <p:nvPr/>
          </p:nvSpPr>
          <p:spPr>
            <a:xfrm>
              <a:off x="6366331" y="4070662"/>
              <a:ext cx="1563225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random/grouped splits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transfer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leakage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repair</a:t>
              </a:r>
              <a:endParaRPr lang="zh-CN" altLang="en-US" b="1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D433AC7E-8A1C-5D21-93A0-931FBFEE0D78}"/>
                </a:ext>
              </a:extLst>
            </p:cNvPr>
            <p:cNvSpPr txBox="1"/>
            <p:nvPr/>
          </p:nvSpPr>
          <p:spPr>
            <a:xfrm>
              <a:off x="8016375" y="4018142"/>
              <a:ext cx="1830772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HOG+SVM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CNN</a:t>
              </a:r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</a:t>
              </a:r>
              <a:r>
                <a:rPr lang="en-US" altLang="zh-CN" b="1" dirty="0" err="1"/>
                <a:t>ResNet</a:t>
              </a:r>
              <a:endParaRPr lang="en-US" altLang="zh-CN" b="1" dirty="0"/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</a:t>
              </a:r>
              <a:r>
                <a:rPr lang="en-US" altLang="zh-CN" b="1" dirty="0" err="1"/>
                <a:t>EfficientNet</a:t>
              </a:r>
              <a:endParaRPr lang="en-US" altLang="zh-CN" b="1" dirty="0"/>
            </a:p>
            <a:p>
              <a:pPr algn="ctr"/>
              <a:endParaRPr lang="en-US" altLang="zh-CN" b="1" dirty="0"/>
            </a:p>
            <a:p>
              <a:pPr algn="ctr"/>
              <a:r>
                <a:rPr lang="en-US" altLang="zh-CN" b="1" dirty="0"/>
                <a:t> </a:t>
              </a:r>
              <a:r>
                <a:rPr lang="en-US" altLang="zh-CN" b="1" dirty="0" err="1"/>
                <a:t>DeiT</a:t>
              </a:r>
              <a:endParaRPr lang="zh-CN" altLang="en-US" b="1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132B8D0E-CA73-5B5B-7CB6-45D5E435CE4A}"/>
                </a:ext>
              </a:extLst>
            </p:cNvPr>
            <p:cNvSpPr txBox="1"/>
            <p:nvPr/>
          </p:nvSpPr>
          <p:spPr>
            <a:xfrm>
              <a:off x="9800015" y="4070662"/>
              <a:ext cx="21768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what kind of generalization is tested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47743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</Words>
  <Application>Microsoft Office PowerPoint</Application>
  <PresentationFormat>宽屏</PresentationFormat>
  <Paragraphs>47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zixuan Liu</dc:creator>
  <cp:lastModifiedBy>zixuan Liu</cp:lastModifiedBy>
  <cp:revision>2</cp:revision>
  <dcterms:created xsi:type="dcterms:W3CDTF">2026-08-13T00:16:40Z</dcterms:created>
  <dcterms:modified xsi:type="dcterms:W3CDTF">2026-08-13T00:23:09Z</dcterms:modified>
</cp:coreProperties>
</file>